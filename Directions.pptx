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D1BA-AE06-CEEE-E6A0-D8B17C401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A0BB4-200D-1BCF-85D2-2A9D63406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8FFCF-0F17-735F-4E68-E7398D7D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16226-6B36-1997-FB60-D1BB1136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A7971-37A6-1CF5-E04E-E4E25986C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544F-0EDC-A571-1FD9-44BC1AB0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D7BCE-78BA-6CAC-2610-CD21B5D6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29CED-C3E1-150A-8B81-D4DEAB45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AF40D-A61C-5207-2211-EF4490C3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07AC5-AA85-B263-4560-303FADE5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9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D12E-7745-E3B1-D31F-C5CC4811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2A23E-D919-3103-B657-112B79D83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290DD-0F54-1E46-3638-54F68052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0E355-5FA3-47F3-2005-C1EF21FD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D1D89-F8A2-797B-3201-625450FE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6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B824-E4D8-B97B-8995-2BD9ACD7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EBC9F-99D4-DE4E-AF38-78E3588B4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831C5-A42E-5470-A3C0-0B202064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582BE-6533-253C-29A5-0E0FBE95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96B48-3BD0-7C99-FAEA-F83883C48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C20D4-D3C8-079E-9990-9CF31828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7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E98EB-7580-B4C2-C486-E13476BF4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F5063-C2BF-A6E7-3F74-C43FAB456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3A495-CB9A-DA7E-F178-0EBE507A7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1027A-8676-4BB3-3739-1C2F66808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72FE25-53E8-58ED-1858-2CE6DA8A4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C7D88C-5762-6B1C-65E0-2C045642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94D48-3783-C5D7-C02F-FF20BACD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4BC574-FCB0-6ABE-74B0-7F569F1A0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B3CF-5F7C-9323-4F50-57E4AC7B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4AF1D-3EE5-9802-7067-E5E2BF891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54997-5595-6E99-406E-23CC528A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111FE-E15A-7B00-F2BC-69E1BE40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EF1CF-EE1A-682D-B6D1-53D3A4A4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81EE6-1C14-65B1-155F-1ADCEE6D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DBDF6-95CF-942A-4C26-A90CB61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9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DCB9F-86E6-3C26-CB53-2CDD902E0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EA802-30C9-DBA0-6492-E1E5BE342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4CB97-E692-DB3F-AA30-B7EBAC280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F3676-7C70-5C98-9FA7-5B7612A3A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5180F-C2C7-F879-6CE9-04A4367A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6D018-F0A8-AF00-99D3-40A5BA4A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3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51E3-F523-FBB0-BB24-DDE86B7F4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9E33B4-E080-C18D-CAB9-C370E7E150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C3934-EE22-5A5B-75ED-AE3256DC1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0CF75-8BF5-9C40-1AFC-D2903163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E1588-32AD-F375-BA05-9F62F2C0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C22DA-BF51-48B3-D74F-59E673CF6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58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3E23-307A-3A11-5A92-021BD317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D62DE-60D1-85F8-FF0B-9209AA9E2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8C4FB-9381-258A-AAB4-9819A62A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B2406-DA83-24DC-F26B-FB7CC769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278A0-443C-DB2A-7EFF-5F8B7F66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4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960A4-7C0F-CB96-EB9A-14C55D780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95076-B2CA-7257-A32F-B9825FB28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B98D5-F869-5AB3-BD57-01990631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971FC-B5FE-4A0A-545B-40339949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C87BD-B899-E1E2-8107-5F1FAFD2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7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479C0-755D-989C-1A24-8C11F32D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10C89-E7F6-9F33-DB02-A5F7AC15B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D6CD1-947E-C82E-115C-E1E0900DA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55C1F-7155-4FE2-8C79-A3581D5D95D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1E8E-F032-0846-3C67-1B37BD693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FB0A8-B6C4-FD2B-2A9A-703635DBB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78EA7-753C-48B8-B0DE-B684CE30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81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4CFC-0CA3-D5CB-B034-FFEFBC88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019578-5E51-27B3-2936-2C2BB3B1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4" y="0"/>
            <a:ext cx="121920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834B003-395C-5365-09A9-BD1D30642800}"/>
              </a:ext>
            </a:extLst>
          </p:cNvPr>
          <p:cNvSpPr/>
          <p:nvPr/>
        </p:nvSpPr>
        <p:spPr>
          <a:xfrm>
            <a:off x="4564539" y="3429000"/>
            <a:ext cx="2721429" cy="947057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FE105B-948E-85D8-906C-C421366F1F4E}"/>
              </a:ext>
            </a:extLst>
          </p:cNvPr>
          <p:cNvSpPr/>
          <p:nvPr/>
        </p:nvSpPr>
        <p:spPr>
          <a:xfrm>
            <a:off x="1418935" y="180654"/>
            <a:ext cx="2721429" cy="947057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0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E81222-8C40-F0FA-4D8A-E3086D7DC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52EAF0A-EE72-3B86-5E5F-875F6FA24E60}"/>
              </a:ext>
            </a:extLst>
          </p:cNvPr>
          <p:cNvSpPr/>
          <p:nvPr/>
        </p:nvSpPr>
        <p:spPr>
          <a:xfrm>
            <a:off x="4256314" y="4310743"/>
            <a:ext cx="2721429" cy="947057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0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F4E7E-2E07-9415-228E-DA39ECBAC9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48" t="2" r="3499" b="18662"/>
          <a:stretch/>
        </p:blipFill>
        <p:spPr>
          <a:xfrm>
            <a:off x="1127760" y="640080"/>
            <a:ext cx="11064240" cy="557784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62E1AFE-9B55-6323-9B42-9571CE1F7FD6}"/>
              </a:ext>
            </a:extLst>
          </p:cNvPr>
          <p:cNvSpPr/>
          <p:nvPr/>
        </p:nvSpPr>
        <p:spPr>
          <a:xfrm>
            <a:off x="4112476" y="3149763"/>
            <a:ext cx="2721429" cy="947057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669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3451-D70E-ECAB-315D-2CA54629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D41002-E0C4-F97F-82E6-5F5E8B62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99" t="4000" r="1752" b="14663"/>
          <a:stretch/>
        </p:blipFill>
        <p:spPr>
          <a:xfrm>
            <a:off x="780836" y="640080"/>
            <a:ext cx="11064240" cy="557784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B32D347-6686-F0F8-D985-2142ED0D6E12}"/>
              </a:ext>
            </a:extLst>
          </p:cNvPr>
          <p:cNvSpPr/>
          <p:nvPr/>
        </p:nvSpPr>
        <p:spPr>
          <a:xfrm>
            <a:off x="2509708" y="2636055"/>
            <a:ext cx="1188989" cy="507837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23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6716-0B9F-CA6D-9503-720D09DB0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CBF6C-4A09-8075-7277-ED99CC1DE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38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2FB20-A0C3-E9F0-F639-4B8A2999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371D4-9343-20D4-7B1F-645204635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99" t="4000" r="1752" b="14663"/>
          <a:stretch/>
        </p:blipFill>
        <p:spPr>
          <a:xfrm>
            <a:off x="780836" y="640080"/>
            <a:ext cx="11064240" cy="557784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905B0AB-FC65-4499-EAF2-D97D57BE6529}"/>
              </a:ext>
            </a:extLst>
          </p:cNvPr>
          <p:cNvSpPr/>
          <p:nvPr/>
        </p:nvSpPr>
        <p:spPr>
          <a:xfrm>
            <a:off x="2458338" y="2921163"/>
            <a:ext cx="2216404" cy="507837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79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Blais</dc:creator>
  <cp:lastModifiedBy>Brian Blais</cp:lastModifiedBy>
  <cp:revision>4</cp:revision>
  <dcterms:created xsi:type="dcterms:W3CDTF">2025-02-04T22:24:38Z</dcterms:created>
  <dcterms:modified xsi:type="dcterms:W3CDTF">2025-02-05T10:54:15Z</dcterms:modified>
</cp:coreProperties>
</file>